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2880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6384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7552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80960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82128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83296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84464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85632" y="2743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80960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882128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83296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84464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85632" y="4754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2128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83296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84464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85632" y="6766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0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82128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83296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84464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85632" y="8778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80960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82128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83296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84464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85632" y="10789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80960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82128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83296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284464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485632" y="128016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14400" y="822960"/>
            <a:ext cx="731520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4128" y="932688"/>
            <a:ext cx="7315200" cy="34747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400" y="822960"/>
            <a:ext cx="7315200" cy="3474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 MONITORING</a:t>
            </a:r>
            <a:endParaRPr lang="en-US" sz="3800" dirty="0"/>
          </a:p>
        </p:txBody>
      </p:sp>
      <p:sp>
        <p:nvSpPr>
          <p:cNvPr id="66" name="Text 64"/>
          <p:cNvSpPr/>
          <p:nvPr/>
        </p:nvSpPr>
        <p:spPr>
          <a:xfrm>
            <a:off x="914400" y="18288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KELEMBAPAN UDARA</a:t>
            </a:r>
            <a:endParaRPr lang="en-US" sz="3800" dirty="0"/>
          </a:p>
        </p:txBody>
      </p:sp>
      <p:sp>
        <p:nvSpPr>
          <p:cNvPr id="67" name="Text 6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Humidity Monitoring System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Berbasis Sensor DHT22 | Real-Time Monitoring | Alert System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 Kasus • Internet of Things • Sistem Cerdas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LATAR BELAKANG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606040" cy="365760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2606040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097280"/>
            <a:ext cx="777240" cy="777240"/>
          </a:xfrm>
          <a:prstGeom prst="ellipse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115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Masalah Kelembapan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Kelembapan udara yang tidak terkontrol dapat merusak peralatan elektronik, bahan makanan, dan memengaruhi kesehatan manusia secara signifikan.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60120"/>
            <a:ext cx="2606040" cy="365760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68680"/>
            <a:ext cx="260604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0" y="1097280"/>
            <a:ext cx="777240" cy="77724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1115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10128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Kebutuhan Monitoring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48716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Diperlukan sistem pemantauan otomatis yang mampu membaca, mencatat, dan memberikan peringatan dini ketika kelembapan berada di luar batas aman.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960120"/>
            <a:ext cx="2606040" cy="3657600"/>
          </a:xfrm>
          <a:prstGeom prst="rect">
            <a:avLst/>
          </a:prstGeom>
          <a:solidFill>
            <a:srgbClr val="C8C8C8"/>
          </a:solidFill>
          <a:ln w="12700">
            <a:solidFill>
              <a:srgbClr val="C8C8C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868680"/>
            <a:ext cx="2606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68680"/>
            <a:ext cx="260604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1097280"/>
            <a:ext cx="777240" cy="77724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11155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44768" y="19933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Solusi Teknologi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72200" y="2487168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Pemanfaatan sensor DHT22 berbasis IoT memungkinkan monitoring real-time dengan biaya rendah, akurasi tinggi, dan dapat diintegrasikan dengan sistem alarm.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44768" y="274320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45936" y="274320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47104" y="274320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475488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4768" y="475488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45936" y="475488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475488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676656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44768" y="676656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45936" y="676656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47104" y="676656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877824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44768" y="877824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877824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47104" y="877824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078992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44768" y="1078992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1078992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1078992"/>
            <a:ext cx="54864" cy="54864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1168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97280" y="2286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TUJUAN &amp; RUANG LINGKUP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932688"/>
            <a:ext cx="4023360" cy="40233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822960"/>
            <a:ext cx="4023360" cy="4023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914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TUJUAN SISTEM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2920" y="146304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4630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" y="143560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Memantau kelembapan &amp; suhu udara secara real-time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" y="205740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2057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202996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Memberikan peringatan otomatis (alarm) jika melewati ambang batas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" y="265176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2651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" y="262432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Menyimpan data historis dalam format CSV &amp; JSON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02920" y="32461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32461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321868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status kondisi lingkungan secara visual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02920" y="384048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" y="3813048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pengambilan keputusan berbasis data sensor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822960"/>
            <a:ext cx="4114800" cy="4023360"/>
          </a:xfrm>
          <a:prstGeom prst="rect">
            <a:avLst/>
          </a:prstGeom>
          <a:solidFill>
            <a:srgbClr val="0D1F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RUANG LINGKUP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4800600" y="146304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14813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97880" y="1481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(Suhu &amp; Kelembapan)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196596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198424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Platform: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97880" y="1984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/ Arduino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246888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248716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897880" y="24871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Terminal, CSV, JSON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800600" y="297180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92040" y="299008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897880" y="2990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+ Visual Alert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800600" y="347472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92040" y="349300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97880" y="3493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(per 5 detik)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800600" y="3977640"/>
            <a:ext cx="3749040" cy="41148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3995928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Lokasi: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897880" y="39959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Ruangan tertutup / gudang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5486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ALUR SISTEM (FLOWCHART)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926080" y="749808"/>
            <a:ext cx="146304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74980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161288"/>
            <a:ext cx="914" cy="73152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1234440"/>
            <a:ext cx="36576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19072" y="1271016"/>
            <a:ext cx="3511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 humidity, temperature, catat timestamp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801368"/>
            <a:ext cx="914" cy="27432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45920" y="1828800"/>
            <a:ext cx="3657600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19072" y="1865376"/>
            <a:ext cx="3511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Pengolahan Data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Validasi, hitung rata-rata, min &amp; max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395728"/>
            <a:ext cx="914" cy="27432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0" y="2423160"/>
            <a:ext cx="3657600" cy="640080"/>
          </a:xfrm>
          <a:prstGeom prst="rect">
            <a:avLst/>
          </a:prstGeom>
          <a:solidFill>
            <a:srgbClr val="F5A623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45973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Pengambilan Keputusan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Apakah level humidity normal?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3063240"/>
            <a:ext cx="914" cy="45720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0" y="3108960"/>
            <a:ext cx="36576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19072" y="3145536"/>
            <a:ext cx="3511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Monitoring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terminal, Log CSV, Export JSON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675888"/>
            <a:ext cx="914" cy="27432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0" y="3703320"/>
            <a:ext cx="3657600" cy="566928"/>
          </a:xfrm>
          <a:prstGeom prst="rect">
            <a:avLst/>
          </a:prstGeom>
          <a:solidFill>
            <a:srgbClr val="E85D04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19072" y="3739896"/>
            <a:ext cx="35112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Alarm / Kontrol</a:t>
            </a:r>
            <a:endParaRPr lang="en-US" sz="11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sound &amp; visual alert jika WARNING/CRITICAL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04872"/>
            <a:ext cx="1005840" cy="43891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38658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 / 75-80%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77840" y="2404872"/>
            <a:ext cx="1097280" cy="43891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386584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 / &lt;25%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858000" y="2404872"/>
            <a:ext cx="100584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238658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30-75%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74720" y="4270248"/>
            <a:ext cx="914" cy="182880"/>
          </a:xfrm>
          <a:prstGeom prst="line">
            <a:avLst/>
          </a:prstGeom>
          <a:noFill/>
          <a:ln w="19050">
            <a:solidFill>
              <a:srgbClr val="015F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26080" y="4453128"/>
            <a:ext cx="1463040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44531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7315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8328" y="7315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" y="7315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731520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9326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9326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9496" y="9326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" y="932688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1338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11338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1338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1133856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13350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3350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" y="13350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" y="1335024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5361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" y="15361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9496" y="15361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" y="1536192"/>
            <a:ext cx="54864" cy="54864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11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97280" y="22860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STUDI KASUS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594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Kelembapan Udara — Gudang Penyimpanan Bahan Makanan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1069848"/>
            <a:ext cx="4114800" cy="393192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SKENARIO KASUS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" y="15544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🏭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" y="155448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Lokasi: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15544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Gudang penyimpanan tepung &amp; gula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" y="20756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2075688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RH: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91640" y="207568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– 65% (aman untuk bahan kering)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" y="25968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⏱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" y="2596896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91640" y="2596896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5 detik, 24 jam nonstop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5488" y="311810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14400" y="3118104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691640" y="3118104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dipasang di 3 titik berbeda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" y="36393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💾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4400" y="363931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691640" y="363931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ke file CSV + backup JSON harian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5488" y="4160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14400" y="4160520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691640" y="41605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aktif + LED merah jika &gt;70% atau &lt;40%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0D1F36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OUTPUT LOG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736592" y="1508760"/>
            <a:ext cx="126187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150876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1508760"/>
            <a:ext cx="530352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35040" y="1508760"/>
            <a:ext cx="530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83680" y="1508760"/>
            <a:ext cx="566928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150876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040" y="1508760"/>
            <a:ext cx="109728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040" y="1508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736592" y="1801368"/>
            <a:ext cx="4005072" cy="329184"/>
          </a:xfrm>
          <a:prstGeom prst="rect">
            <a:avLst/>
          </a:prstGeom>
          <a:solidFill>
            <a:srgbClr val="111D2E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54880" y="18013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08:01:05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35040" y="180136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583680" y="1801368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27°C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040" y="1856232"/>
            <a:ext cx="1051560" cy="21945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040" y="18013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736592" y="2157984"/>
            <a:ext cx="4005072" cy="329184"/>
          </a:xfrm>
          <a:prstGeom prst="rect">
            <a:avLst/>
          </a:prstGeom>
          <a:solidFill>
            <a:srgbClr val="0D1625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215798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08:01:10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035040" y="2157984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583680" y="2157984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28°C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178040" y="2212848"/>
            <a:ext cx="105156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78040" y="215798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36592" y="2514600"/>
            <a:ext cx="4005072" cy="329184"/>
          </a:xfrm>
          <a:prstGeom prst="rect">
            <a:avLst/>
          </a:prstGeom>
          <a:solidFill>
            <a:srgbClr val="111D2E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251460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08:01:15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035040" y="2514600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583680" y="2514600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29°C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178040" y="2569464"/>
            <a:ext cx="105156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78040" y="251460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4736592" y="2871216"/>
            <a:ext cx="4005072" cy="329184"/>
          </a:xfrm>
          <a:prstGeom prst="rect">
            <a:avLst/>
          </a:prstGeom>
          <a:solidFill>
            <a:srgbClr val="0D1625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754880" y="287121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08:01:20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6035040" y="2871216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583680" y="2871216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30°C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178040" y="2926080"/>
            <a:ext cx="1051560" cy="219456"/>
          </a:xfrm>
          <a:prstGeom prst="rect">
            <a:avLst/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78040" y="28712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4736592" y="3227832"/>
            <a:ext cx="4005072" cy="329184"/>
          </a:xfrm>
          <a:prstGeom prst="rect">
            <a:avLst/>
          </a:prstGeom>
          <a:solidFill>
            <a:srgbClr val="111D2E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54880" y="322783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08:01:25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035040" y="3227832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583680" y="3227832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29°C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178040" y="3282696"/>
            <a:ext cx="1051560" cy="219456"/>
          </a:xfrm>
          <a:prstGeom prst="rect">
            <a:avLst/>
          </a:prstGeom>
          <a:solidFill>
            <a:srgbClr val="F59E0B">
              <a:alpha val="3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178040" y="32278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736592" y="3584448"/>
            <a:ext cx="4005072" cy="329184"/>
          </a:xfrm>
          <a:prstGeom prst="rect">
            <a:avLst/>
          </a:prstGeom>
          <a:solidFill>
            <a:srgbClr val="0D1625"/>
          </a:solidFill>
          <a:ln w="12700">
            <a:solidFill>
              <a:srgbClr val="1A30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54880" y="358444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CF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08:01:30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035040" y="3584448"/>
            <a:ext cx="502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583680" y="3584448"/>
            <a:ext cx="530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27°C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178040" y="3639312"/>
            <a:ext cx="1051560" cy="219456"/>
          </a:xfrm>
          <a:prstGeom prst="rect">
            <a:avLst/>
          </a:prstGeom>
          <a:solidFill>
            <a:srgbClr val="10B981">
              <a:alpha val="3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178040" y="35844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ANALISIS &amp; KESIMPULAN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86968"/>
            <a:ext cx="1920240" cy="1188720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777240"/>
            <a:ext cx="192024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68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DHT22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Akurat ±2% RH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777240"/>
            <a:ext cx="19202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886968"/>
            <a:ext cx="1920240" cy="1188720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777240"/>
            <a:ext cx="192024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868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Level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468880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Warning / Critical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886968"/>
            <a:ext cx="1920240" cy="1188720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77724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868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0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tiap 5 detik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75120" y="777240"/>
            <a:ext cx="192024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886968"/>
            <a:ext cx="1920240" cy="1188720"/>
          </a:xfrm>
          <a:prstGeom prst="rect">
            <a:avLst/>
          </a:prstGeom>
          <a:solidFill>
            <a:srgbClr val="B0B0B0"/>
          </a:solidFill>
          <a:ln w="12700">
            <a:solidFill>
              <a:srgbClr val="B0B0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75120" y="777240"/>
            <a:ext cx="1920240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868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 + JSON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75120" y="14447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0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penyimpanan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14884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148840"/>
            <a:ext cx="411480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KELEBIHAN SISTEM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2596896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24/7 tanpa intervensi manual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026664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" y="2990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dini mencegah kerusakan produk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345643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" y="34198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historis mendukung audit &amp; laporan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886200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4944" y="3849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implementasi rendah (sensor ~Rp 50.000)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diperluas ke multi-sensor &amp; multi-ruangan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14884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148840"/>
            <a:ext cx="411480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148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 TANTANGAN &amp; SOLUSI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2596896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Kalibrasi sensor berkala (setiap 6 bulan)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3026664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2990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 kabel di area luas perlu WiFi/LoRa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754880" y="3456432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92624" y="341985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data log perlu enkripsi tambahan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754880" y="3886200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3849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akibat sensor kotor → perlu filter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4315968"/>
            <a:ext cx="18288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4279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ke dashboard web masih dikembangkan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4592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0432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70432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8096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9264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70432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4592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70432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4592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69264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70432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4592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928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68096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9264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70432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315200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516368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17536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18704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19872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00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16368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17536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18704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19872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321040" y="47548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15200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16368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17536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918704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19872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21040" y="67665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15200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516368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17536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918704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19872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321040" y="877824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315200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516368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717536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18704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19872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321040" y="1078992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15200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516368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17536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918704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19872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321040" y="1280160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315200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516368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7717536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918704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19872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321040" y="1481328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315200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516368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17536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918704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119872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21040" y="1682496"/>
            <a:ext cx="54864" cy="54864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463040" y="822960"/>
            <a:ext cx="6217920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572768" y="932688"/>
            <a:ext cx="6217920" cy="3566160"/>
          </a:xfrm>
          <a:prstGeom prst="rect">
            <a:avLst/>
          </a:prstGeom>
          <a:solidFill>
            <a:srgbClr val="015F6B"/>
          </a:solidFill>
          <a:ln w="12700">
            <a:solidFill>
              <a:srgbClr val="015F6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463040" y="822960"/>
            <a:ext cx="6217920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63040" y="960120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102" name="Text 100"/>
          <p:cNvSpPr/>
          <p:nvPr/>
        </p:nvSpPr>
        <p:spPr>
          <a:xfrm>
            <a:off x="1600200" y="1536192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Monitoring Kelembapan Udara berhasil diimplementasikan menggunakan sensor DHT22 dengan kemampuan deteksi tiga level status: NORMAL, WARNING, dan CRITICAL. Sistem mampu merekam data secara real-time, menyimpan log dalam format CSV &amp; JSON, serta mengaktifkan alarm otomatis ketika kelembapan melewati batas yang ditentukan.</a:t>
            </a:r>
            <a:endParaRPr lang="en-US" sz="1250" dirty="0"/>
          </a:p>
        </p:txBody>
      </p:sp>
      <p:sp>
        <p:nvSpPr>
          <p:cNvPr id="103" name="Text 101"/>
          <p:cNvSpPr/>
          <p:nvPr/>
        </p:nvSpPr>
        <p:spPr>
          <a:xfrm>
            <a:off x="1600200" y="30632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ini terbukti efektif dalam mencegah kerusakan produk dan mendukung pengambilan keputusan berbasis data sensor secara otomatis.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600" kern="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TERIMA KASIH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Monitoring Kelembapan Udara</dc:title>
  <dc:subject>PptxGenJS Presentation</dc:subject>
  <dc:creator>PptxGenJS</dc:creator>
  <cp:lastModifiedBy>PptxGenJS</cp:lastModifiedBy>
  <cp:revision>1</cp:revision>
  <dcterms:created xsi:type="dcterms:W3CDTF">2026-05-15T06:35:05Z</dcterms:created>
  <dcterms:modified xsi:type="dcterms:W3CDTF">2026-05-15T06:35:05Z</dcterms:modified>
</cp:coreProperties>
</file>